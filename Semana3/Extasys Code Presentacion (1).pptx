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+ BÚSQUEDA BINARIA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y búsqueda de productos en una tienda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ordenamiento y consulta eficiente de códigos de productos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4434840"/>
            <a:ext cx="2194560" cy="0"/>
          </a:xfrm>
          <a:prstGeom prst="line">
            <a:avLst/>
          </a:prstGeom>
          <a:noFill/>
          <a:ln w="19050">
            <a:solidFill>
              <a:srgbClr val="9FD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Extasys 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y Algoritmos  ·  Presentación de laboratorio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necesita ordenar y consultar rápidamente sus códigos de producto.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5806440"/>
            <a:ext cx="82296" cy="82296"/>
          </a:xfrm>
          <a:prstGeom prst="ellipse">
            <a:avLst/>
          </a:prstGeom>
          <a:solidFill>
            <a:srgbClr val="9FD1E8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502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8686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llegan y se registran en el orden de llegada, por lo que sus códigos numéricos quedan desordenados en la lista.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8745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encargado necesita un programa que: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457200" cy="457200"/>
          </a:xfrm>
          <a:prstGeom prst="ellipse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23774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cantidad n de productos ingresados por el usuario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3154680"/>
            <a:ext cx="457200" cy="457200"/>
          </a:xfrm>
          <a:prstGeom prst="ellipse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31546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códigos con el algoritmo Merge Sort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código específico usando Búsqueda Binaria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9204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la cantidad n de productos a registrar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un código numérico por cada producto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lista original en orden de registro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los códigos con Merge Sort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lista ya ordenada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el código a buscar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con Búsqueda Binaria sobre la lista ordenada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si el código fue encontrado o 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40680" cy="4892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en Python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debe quedar ordenada antes de buscar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claro, legible y dividido en funciones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y Búsqueda Binaria propios: sin usar sort() ni funciones nativas de búsqueda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correctos para distintas cantidades de productos y códigos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Historias de usuario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productos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registrar la cantidad y códigos de productos para tener la información almacenada.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productos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ordenar los códigos con Merge Sort para facilitar la búsqueda binaria.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074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 producto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buscar un código específico para saber si el producto está registrado.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20624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4074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892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el resultado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37960" y="53492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visualizar el resultado para saber de inmediato si el producto existe.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flujo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general: registro, ordenamiento y búsqueda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77836" y="1554480"/>
            <a:ext cx="4642423" cy="5166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imgs/cell_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996" y="1691640"/>
            <a:ext cx="436810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secuencia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entre Usuario, Programa y Algoritmos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86854" y="1581912"/>
            <a:ext cx="6024389" cy="5065776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6" name="Image 0" descr="imgs/cell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6582" y="1691640"/>
            <a:ext cx="580493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complejidad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 lista recursivamente y mezcla las mitades ordenadas: log</a:t>
            </a:r>
            <a:pPr indent="0" marL="0">
              <a:lnSpc>
                <a:spcPts val="1900"/>
              </a:lnSpc>
              <a:buNone/>
            </a:pPr>
            <a:r>
              <a:rPr lang="en-US" sz="1400" baseline="-40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(n) niveles, ~n operaciones cada uno.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Binaria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la mitad de los elementos en cada iteración sobre la lista ordenada.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14173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79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2T(n/2) + O(n)  →  O(n log 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514600"/>
            <a:ext cx="5349240" cy="14173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679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Binaria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T(n/2) + O(1)  →  O(log n)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0881360" cy="1920240"/>
        </p:xfrm>
        <a:graphic>
          <a:graphicData uri="http://schemas.openxmlformats.org/drawingml/2006/table">
            <a:tbl>
              <a:tblPr/>
              <a:tblGrid>
                <a:gridCol w="539496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 del programa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Peor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Binaria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completo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en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domina el costo total del programa frente a O(log n)</a:t>
            </a:r>
            <a:endParaRPr lang="en-US" sz="1300" dirty="0"/>
          </a:p>
        </p:txBody>
      </p:sp>
      <p:pic>
        <p:nvPicPr>
          <p:cNvPr id="5" name="Image 0" descr="imgs/cell_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018" y="1691640"/>
            <a:ext cx="73380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funcional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309360" cy="5166360"/>
          </a:xfrm>
          <a:prstGeom prst="rect">
            <a:avLst/>
          </a:prstGeom>
          <a:solidFill>
            <a:srgbClr val="1323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merge_sort(lista):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len(lista) &lt;= 1: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lista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mitad = len(lista) // 2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izq = merge_sort(lista[:mitad])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der = merge_sort(lista[mitad:])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mezclar(izq, der)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busqueda_binaria(lista, buscado):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inicio, fin = 0, len(lista) - 1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inicio &lt;= fin: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medio = (inicio + fin) // 2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lista[medio] == buscado: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lista[medio] &lt; buscado: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inicio = medio + 1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 = medio - 1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783080"/>
            <a:ext cx="4526280" cy="283464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96596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 de productos: 4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Códigos: 3, 4, 112, 345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original: [3, 4, 112, 345]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ordenada: [3, 4, 112, 345]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 código: 4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Producto encontrado 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86600" y="484632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funciones nativas de ordenamiento ni búsqueda: solo Merge Sort y Búsqueda Binaria propios.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2F6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74320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combina Merge Sort (O(n log n)) y Búsqueda Binaria (O(log n)) para registrar, ordenar y consultar productos de forma eficiente.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total del programa está dominada por el ordenamiento, ya que crece más rápido que la búsqueda.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modular (registro → orden → búsqueda) facilita mantener y extender el sistema.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5074920"/>
            <a:ext cx="21945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 —  Equipo Extasys Code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EE925F401F464A9A8978312166492C" ma:contentTypeVersion="13" ma:contentTypeDescription="Create a new document." ma:contentTypeScope="" ma:versionID="a0f124ae873edac7f68865e2af6a7532">
  <xsd:schema xmlns:xsd="http://www.w3.org/2001/XMLSchema" xmlns:xs="http://www.w3.org/2001/XMLSchema" xmlns:p="http://schemas.microsoft.com/office/2006/metadata/properties" xmlns:ns2="e0989555-3c3c-4cdd-81a4-d0d6b455b4ee" xmlns:ns3="c93faaef-2754-4fd1-86c4-f1e8fdc7c5fb" targetNamespace="http://schemas.microsoft.com/office/2006/metadata/properties" ma:root="true" ma:fieldsID="cfaa96e21f0fe48e87fd56243cf9d834" ns2:_="" ns3:_="">
    <xsd:import namespace="e0989555-3c3c-4cdd-81a4-d0d6b455b4ee"/>
    <xsd:import namespace="c93faaef-2754-4fd1-86c4-f1e8fdc7c5f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89555-3c3c-4cdd-81a4-d0d6b455b4e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ad9a1152-2210-4418-839f-a2d511c65f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faaef-2754-4fd1-86c4-f1e8fdc7c5f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70cf192-4e4f-49ff-bc41-43181d4cc3db}" ma:internalName="TaxCatchAll" ma:showField="CatchAllData" ma:web="c93faaef-2754-4fd1-86c4-f1e8fdc7c5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0989555-3c3c-4cdd-81a4-d0d6b455b4ee">
      <Terms xmlns="http://schemas.microsoft.com/office/infopath/2007/PartnerControls"/>
    </lcf76f155ced4ddcb4097134ff3c332f>
    <ReferenceId xmlns="e0989555-3c3c-4cdd-81a4-d0d6b455b4ee" xsi:nil="true"/>
    <TaxCatchAll xmlns="c93faaef-2754-4fd1-86c4-f1e8fdc7c5fb" xsi:nil="true"/>
  </documentManagement>
</p:properties>
</file>

<file path=customXml/itemProps1.xml><?xml version="1.0" encoding="utf-8"?>
<ds:datastoreItem xmlns:ds="http://schemas.openxmlformats.org/officeDocument/2006/customXml" ds:itemID="{DA45AD97-B5E4-4580-A639-1C71AE934758}"/>
</file>

<file path=customXml/itemProps2.xml><?xml version="1.0" encoding="utf-8"?>
<ds:datastoreItem xmlns:ds="http://schemas.openxmlformats.org/officeDocument/2006/customXml" ds:itemID="{BA9A9205-ACDF-4118-86F5-0396FA645260}"/>
</file>

<file path=customXml/itemProps3.xml><?xml version="1.0" encoding="utf-8"?>
<ds:datastoreItem xmlns:ds="http://schemas.openxmlformats.org/officeDocument/2006/customXml" ds:itemID="{D62CCC94-CDE5-426D-95CE-E8005207D2D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2026-08-13T22:47:04Z</dcterms:created>
  <dcterms:modified xsi:type="dcterms:W3CDTF">2026-08-13T22:47:04Z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0x01010094EE925F401F464A9A8978312166492C</vt:lpwstr>
  </property>
</Properties>
</file>